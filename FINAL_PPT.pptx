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1"/>
  </p:notesMasterIdLst>
  <p:sldIdLst>
    <p:sldId id="256" r:id="rId2"/>
    <p:sldId id="257" r:id="rId3"/>
    <p:sldId id="268" r:id="rId4"/>
    <p:sldId id="258" r:id="rId5"/>
    <p:sldId id="259" r:id="rId6"/>
    <p:sldId id="270" r:id="rId7"/>
    <p:sldId id="260" r:id="rId8"/>
    <p:sldId id="269" r:id="rId9"/>
    <p:sldId id="264" r:id="rId10"/>
  </p:sldIdLst>
  <p:sldSz cx="9753600" cy="7315200"/>
  <p:notesSz cx="9753600" cy="73152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000000"/>
          </p15:clr>
        </p15:guide>
        <p15:guide id="2" pos="2160">
          <p15:clr>
            <a:srgbClr val="000000"/>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6" roundtripDataSignature="AMtx7mgTxnPD+aw2LrBypMl/CD7XQzvfp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8" d="100"/>
          <a:sy n="58" d="100"/>
        </p:scale>
        <p:origin x="1364" y="56"/>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7" Type="http://schemas.openxmlformats.org/officeDocument/2006/relationships/presProps" Target="presProps.xml"/><Relationship Id="rId2" Type="http://schemas.openxmlformats.org/officeDocument/2006/relationships/slide" Target="slides/slide1.xml"/><Relationship Id="rId16" Type="http://customschemas.google.com/relationships/presentationmetadata" Target="meta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625925" y="548625"/>
            <a:ext cx="6502725" cy="27432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975350" y="3474700"/>
            <a:ext cx="7802875" cy="3291825"/>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
        <p:cNvGrpSpPr/>
        <p:nvPr/>
      </p:nvGrpSpPr>
      <p:grpSpPr>
        <a:xfrm>
          <a:off x="0" y="0"/>
          <a:ext cx="0" cy="0"/>
          <a:chOff x="0" y="0"/>
          <a:chExt cx="0" cy="0"/>
        </a:xfrm>
      </p:grpSpPr>
      <p:sp>
        <p:nvSpPr>
          <p:cNvPr id="49" name="Google Shape;49;p1:notes"/>
          <p:cNvSpPr txBox="1">
            <a:spLocks noGrp="1"/>
          </p:cNvSpPr>
          <p:nvPr>
            <p:ph type="body" idx="1"/>
          </p:nvPr>
        </p:nvSpPr>
        <p:spPr>
          <a:xfrm>
            <a:off x="975350" y="3474700"/>
            <a:ext cx="7802875" cy="32918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0" name="Google Shape;50;p1:notes"/>
          <p:cNvSpPr>
            <a:spLocks noGrp="1" noRot="1" noChangeAspect="1"/>
          </p:cNvSpPr>
          <p:nvPr>
            <p:ph type="sldImg" idx="2"/>
          </p:nvPr>
        </p:nvSpPr>
        <p:spPr>
          <a:xfrm>
            <a:off x="3048000" y="549275"/>
            <a:ext cx="3657600" cy="27432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p2:notes"/>
          <p:cNvSpPr txBox="1">
            <a:spLocks noGrp="1"/>
          </p:cNvSpPr>
          <p:nvPr>
            <p:ph type="body" idx="1"/>
          </p:nvPr>
        </p:nvSpPr>
        <p:spPr>
          <a:xfrm>
            <a:off x="975350" y="3474700"/>
            <a:ext cx="7802875" cy="32918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6" name="Google Shape;56;p2:notes"/>
          <p:cNvSpPr>
            <a:spLocks noGrp="1" noRot="1" noChangeAspect="1"/>
          </p:cNvSpPr>
          <p:nvPr>
            <p:ph type="sldImg" idx="2"/>
          </p:nvPr>
        </p:nvSpPr>
        <p:spPr>
          <a:xfrm>
            <a:off x="3048000" y="549275"/>
            <a:ext cx="3657600" cy="27432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p3:notes"/>
          <p:cNvSpPr txBox="1">
            <a:spLocks noGrp="1"/>
          </p:cNvSpPr>
          <p:nvPr>
            <p:ph type="body" idx="1"/>
          </p:nvPr>
        </p:nvSpPr>
        <p:spPr>
          <a:xfrm>
            <a:off x="975350" y="3474700"/>
            <a:ext cx="7802875" cy="32918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3" name="Google Shape;63;p3:notes"/>
          <p:cNvSpPr>
            <a:spLocks noGrp="1" noRot="1" noChangeAspect="1"/>
          </p:cNvSpPr>
          <p:nvPr>
            <p:ph type="sldImg" idx="2"/>
          </p:nvPr>
        </p:nvSpPr>
        <p:spPr>
          <a:xfrm>
            <a:off x="3048000" y="549275"/>
            <a:ext cx="3657600" cy="27432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4:notes"/>
          <p:cNvSpPr txBox="1">
            <a:spLocks noGrp="1"/>
          </p:cNvSpPr>
          <p:nvPr>
            <p:ph type="body" idx="1"/>
          </p:nvPr>
        </p:nvSpPr>
        <p:spPr>
          <a:xfrm>
            <a:off x="975350" y="3474700"/>
            <a:ext cx="7802875" cy="32918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0" name="Google Shape;70;p4:notes"/>
          <p:cNvSpPr>
            <a:spLocks noGrp="1" noRot="1" noChangeAspect="1"/>
          </p:cNvSpPr>
          <p:nvPr>
            <p:ph type="sldImg" idx="2"/>
          </p:nvPr>
        </p:nvSpPr>
        <p:spPr>
          <a:xfrm>
            <a:off x="3048000" y="549275"/>
            <a:ext cx="3657600" cy="27432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4:notes"/>
          <p:cNvSpPr txBox="1">
            <a:spLocks noGrp="1"/>
          </p:cNvSpPr>
          <p:nvPr>
            <p:ph type="body" idx="1"/>
          </p:nvPr>
        </p:nvSpPr>
        <p:spPr>
          <a:xfrm>
            <a:off x="975350" y="3474700"/>
            <a:ext cx="7802875" cy="32918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0" name="Google Shape;70;p4:notes"/>
          <p:cNvSpPr>
            <a:spLocks noGrp="1" noRot="1" noChangeAspect="1"/>
          </p:cNvSpPr>
          <p:nvPr>
            <p:ph type="sldImg" idx="2"/>
          </p:nvPr>
        </p:nvSpPr>
        <p:spPr>
          <a:xfrm>
            <a:off x="3048000" y="549275"/>
            <a:ext cx="3657600" cy="27432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85724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319ac019662_0_1:notes"/>
          <p:cNvSpPr>
            <a:spLocks noGrp="1" noRot="1" noChangeAspect="1"/>
          </p:cNvSpPr>
          <p:nvPr>
            <p:ph type="sldImg" idx="2"/>
          </p:nvPr>
        </p:nvSpPr>
        <p:spPr>
          <a:xfrm>
            <a:off x="3048000" y="549275"/>
            <a:ext cx="3657600" cy="27432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319ac019662_0_1:notes"/>
          <p:cNvSpPr txBox="1">
            <a:spLocks noGrp="1"/>
          </p:cNvSpPr>
          <p:nvPr>
            <p:ph type="body" idx="1"/>
          </p:nvPr>
        </p:nvSpPr>
        <p:spPr>
          <a:xfrm>
            <a:off x="975350" y="3474700"/>
            <a:ext cx="7803000" cy="3291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7:notes"/>
          <p:cNvSpPr txBox="1">
            <a:spLocks noGrp="1"/>
          </p:cNvSpPr>
          <p:nvPr>
            <p:ph type="body" idx="1"/>
          </p:nvPr>
        </p:nvSpPr>
        <p:spPr>
          <a:xfrm>
            <a:off x="975350" y="3474700"/>
            <a:ext cx="7802875" cy="32918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7:notes"/>
          <p:cNvSpPr>
            <a:spLocks noGrp="1" noRot="1" noChangeAspect="1"/>
          </p:cNvSpPr>
          <p:nvPr>
            <p:ph type="sldImg" idx="2"/>
          </p:nvPr>
        </p:nvSpPr>
        <p:spPr>
          <a:xfrm>
            <a:off x="3048000" y="549275"/>
            <a:ext cx="3657600" cy="27432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obj">
  <p:cSld name="OBJECT">
    <p:spTree>
      <p:nvGrpSpPr>
        <p:cNvPr id="1" name="Shape 20"/>
        <p:cNvGrpSpPr/>
        <p:nvPr/>
      </p:nvGrpSpPr>
      <p:grpSpPr>
        <a:xfrm>
          <a:off x="0" y="0"/>
          <a:ext cx="0" cy="0"/>
          <a:chOff x="0" y="0"/>
          <a:chExt cx="0" cy="0"/>
        </a:xfrm>
      </p:grpSpPr>
      <p:sp>
        <p:nvSpPr>
          <p:cNvPr id="21" name="Google Shape;21;p9"/>
          <p:cNvSpPr txBox="1">
            <a:spLocks noGrp="1"/>
          </p:cNvSpPr>
          <p:nvPr>
            <p:ph type="ftr" idx="11"/>
          </p:nvPr>
        </p:nvSpPr>
        <p:spPr>
          <a:xfrm>
            <a:off x="9076876" y="6801811"/>
            <a:ext cx="110490" cy="220979"/>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1250" b="1" i="0">
                <a:solidFill>
                  <a:schemeClr val="dk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 name="Google Shape;22;p9"/>
          <p:cNvSpPr txBox="1">
            <a:spLocks noGrp="1"/>
          </p:cNvSpPr>
          <p:nvPr>
            <p:ph type="dt" idx="10"/>
          </p:nvPr>
        </p:nvSpPr>
        <p:spPr>
          <a:xfrm>
            <a:off x="487680" y="6803136"/>
            <a:ext cx="2243328" cy="36576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9"/>
          <p:cNvSpPr txBox="1">
            <a:spLocks noGrp="1"/>
          </p:cNvSpPr>
          <p:nvPr>
            <p:ph type="sldNum" idx="12"/>
          </p:nvPr>
        </p:nvSpPr>
        <p:spPr>
          <a:xfrm>
            <a:off x="7022592" y="6803136"/>
            <a:ext cx="2243328" cy="36576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4"/>
        <p:cNvGrpSpPr/>
        <p:nvPr/>
      </p:nvGrpSpPr>
      <p:grpSpPr>
        <a:xfrm>
          <a:off x="0" y="0"/>
          <a:ext cx="0" cy="0"/>
          <a:chOff x="0" y="0"/>
          <a:chExt cx="0" cy="0"/>
        </a:xfrm>
      </p:grpSpPr>
      <p:sp>
        <p:nvSpPr>
          <p:cNvPr id="25" name="Google Shape;25;p10"/>
          <p:cNvSpPr txBox="1">
            <a:spLocks noGrp="1"/>
          </p:cNvSpPr>
          <p:nvPr>
            <p:ph type="title"/>
          </p:nvPr>
        </p:nvSpPr>
        <p:spPr>
          <a:xfrm>
            <a:off x="1932513" y="109377"/>
            <a:ext cx="3569335" cy="69003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3400" b="0" i="0">
                <a:solidFill>
                  <a:schemeClr val="dk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26" name="Google Shape;26;p10"/>
          <p:cNvSpPr txBox="1">
            <a:spLocks noGrp="1"/>
          </p:cNvSpPr>
          <p:nvPr>
            <p:ph type="body" idx="1"/>
          </p:nvPr>
        </p:nvSpPr>
        <p:spPr>
          <a:xfrm>
            <a:off x="428995" y="1289312"/>
            <a:ext cx="8952230" cy="4321175"/>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sz="2100" b="0" i="0">
                <a:solidFill>
                  <a:schemeClr val="dk1"/>
                </a:solidFill>
                <a:latin typeface="Times New Roman"/>
                <a:ea typeface="Times New Roman"/>
                <a:cs typeface="Times New Roman"/>
                <a:sym typeface="Times New Roman"/>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pPr lvl="0"/>
            <a:r>
              <a:rPr lang="en-US"/>
              <a:t>Click to edit Master text styles</a:t>
            </a:r>
          </a:p>
        </p:txBody>
      </p:sp>
      <p:sp>
        <p:nvSpPr>
          <p:cNvPr id="27" name="Google Shape;27;p10"/>
          <p:cNvSpPr txBox="1">
            <a:spLocks noGrp="1"/>
          </p:cNvSpPr>
          <p:nvPr>
            <p:ph type="ftr" idx="11"/>
          </p:nvPr>
        </p:nvSpPr>
        <p:spPr>
          <a:xfrm>
            <a:off x="9076876" y="6801811"/>
            <a:ext cx="110490" cy="220979"/>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1250" b="1" i="0">
                <a:solidFill>
                  <a:schemeClr val="dk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10"/>
          <p:cNvSpPr txBox="1">
            <a:spLocks noGrp="1"/>
          </p:cNvSpPr>
          <p:nvPr>
            <p:ph type="dt" idx="10"/>
          </p:nvPr>
        </p:nvSpPr>
        <p:spPr>
          <a:xfrm>
            <a:off x="487680" y="6803136"/>
            <a:ext cx="2243328" cy="36576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10"/>
          <p:cNvSpPr txBox="1">
            <a:spLocks noGrp="1"/>
          </p:cNvSpPr>
          <p:nvPr>
            <p:ph type="sldNum" idx="12"/>
          </p:nvPr>
        </p:nvSpPr>
        <p:spPr>
          <a:xfrm>
            <a:off x="7022592" y="6803136"/>
            <a:ext cx="2243328" cy="36576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30"/>
        <p:cNvGrpSpPr/>
        <p:nvPr/>
      </p:nvGrpSpPr>
      <p:grpSpPr>
        <a:xfrm>
          <a:off x="0" y="0"/>
          <a:ext cx="0" cy="0"/>
          <a:chOff x="0" y="0"/>
          <a:chExt cx="0" cy="0"/>
        </a:xfrm>
      </p:grpSpPr>
      <p:sp>
        <p:nvSpPr>
          <p:cNvPr id="31" name="Google Shape;31;p11"/>
          <p:cNvSpPr txBox="1">
            <a:spLocks noGrp="1"/>
          </p:cNvSpPr>
          <p:nvPr>
            <p:ph type="title"/>
          </p:nvPr>
        </p:nvSpPr>
        <p:spPr>
          <a:xfrm>
            <a:off x="1932513" y="109377"/>
            <a:ext cx="3569335" cy="69003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3400" b="0" i="0">
                <a:solidFill>
                  <a:schemeClr val="dk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32" name="Google Shape;32;p11"/>
          <p:cNvSpPr txBox="1">
            <a:spLocks noGrp="1"/>
          </p:cNvSpPr>
          <p:nvPr>
            <p:ph type="ftr" idx="11"/>
          </p:nvPr>
        </p:nvSpPr>
        <p:spPr>
          <a:xfrm>
            <a:off x="9076876" y="6801811"/>
            <a:ext cx="110490" cy="220979"/>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1250" b="1" i="0">
                <a:solidFill>
                  <a:schemeClr val="dk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11"/>
          <p:cNvSpPr txBox="1">
            <a:spLocks noGrp="1"/>
          </p:cNvSpPr>
          <p:nvPr>
            <p:ph type="dt" idx="10"/>
          </p:nvPr>
        </p:nvSpPr>
        <p:spPr>
          <a:xfrm>
            <a:off x="487680" y="6803136"/>
            <a:ext cx="2243328" cy="36576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11"/>
          <p:cNvSpPr txBox="1">
            <a:spLocks noGrp="1"/>
          </p:cNvSpPr>
          <p:nvPr>
            <p:ph type="sldNum" idx="12"/>
          </p:nvPr>
        </p:nvSpPr>
        <p:spPr>
          <a:xfrm>
            <a:off x="7022592" y="6803136"/>
            <a:ext cx="2243328" cy="36576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35"/>
        <p:cNvGrpSpPr/>
        <p:nvPr/>
      </p:nvGrpSpPr>
      <p:grpSpPr>
        <a:xfrm>
          <a:off x="0" y="0"/>
          <a:ext cx="0" cy="0"/>
          <a:chOff x="0" y="0"/>
          <a:chExt cx="0" cy="0"/>
        </a:xfrm>
      </p:grpSpPr>
      <p:sp>
        <p:nvSpPr>
          <p:cNvPr id="36" name="Google Shape;36;p12"/>
          <p:cNvSpPr txBox="1">
            <a:spLocks noGrp="1"/>
          </p:cNvSpPr>
          <p:nvPr>
            <p:ph type="ctrTitle"/>
          </p:nvPr>
        </p:nvSpPr>
        <p:spPr>
          <a:xfrm>
            <a:off x="731520" y="2267712"/>
            <a:ext cx="8290560" cy="153619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3400" b="0" i="0">
                <a:solidFill>
                  <a:schemeClr val="dk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37" name="Google Shape;37;p12"/>
          <p:cNvSpPr txBox="1">
            <a:spLocks noGrp="1"/>
          </p:cNvSpPr>
          <p:nvPr>
            <p:ph type="subTitle" idx="1"/>
          </p:nvPr>
        </p:nvSpPr>
        <p:spPr>
          <a:xfrm>
            <a:off x="1463040" y="4096512"/>
            <a:ext cx="6827520" cy="18288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2100" b="0" i="0">
                <a:solidFill>
                  <a:schemeClr val="dk1"/>
                </a:solidFill>
                <a:latin typeface="Times New Roman"/>
                <a:ea typeface="Times New Roman"/>
                <a:cs typeface="Times New Roman"/>
                <a:sym typeface="Times New Roman"/>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Click to edit Master subtitle style</a:t>
            </a:r>
            <a:endParaRPr/>
          </a:p>
        </p:txBody>
      </p:sp>
      <p:sp>
        <p:nvSpPr>
          <p:cNvPr id="38" name="Google Shape;38;p12"/>
          <p:cNvSpPr txBox="1">
            <a:spLocks noGrp="1"/>
          </p:cNvSpPr>
          <p:nvPr>
            <p:ph type="ftr" idx="11"/>
          </p:nvPr>
        </p:nvSpPr>
        <p:spPr>
          <a:xfrm>
            <a:off x="9076876" y="6801811"/>
            <a:ext cx="110490" cy="220979"/>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1250" b="1" i="0">
                <a:solidFill>
                  <a:schemeClr val="dk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12"/>
          <p:cNvSpPr txBox="1">
            <a:spLocks noGrp="1"/>
          </p:cNvSpPr>
          <p:nvPr>
            <p:ph type="dt" idx="10"/>
          </p:nvPr>
        </p:nvSpPr>
        <p:spPr>
          <a:xfrm>
            <a:off x="487680" y="6803136"/>
            <a:ext cx="2243328" cy="36576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12"/>
          <p:cNvSpPr txBox="1">
            <a:spLocks noGrp="1"/>
          </p:cNvSpPr>
          <p:nvPr>
            <p:ph type="sldNum" idx="12"/>
          </p:nvPr>
        </p:nvSpPr>
        <p:spPr>
          <a:xfrm>
            <a:off x="7022592" y="6803136"/>
            <a:ext cx="2243328" cy="36576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41"/>
        <p:cNvGrpSpPr/>
        <p:nvPr/>
      </p:nvGrpSpPr>
      <p:grpSpPr>
        <a:xfrm>
          <a:off x="0" y="0"/>
          <a:ext cx="0" cy="0"/>
          <a:chOff x="0" y="0"/>
          <a:chExt cx="0" cy="0"/>
        </a:xfrm>
      </p:grpSpPr>
      <p:sp>
        <p:nvSpPr>
          <p:cNvPr id="42" name="Google Shape;42;p13"/>
          <p:cNvSpPr txBox="1">
            <a:spLocks noGrp="1"/>
          </p:cNvSpPr>
          <p:nvPr>
            <p:ph type="title"/>
          </p:nvPr>
        </p:nvSpPr>
        <p:spPr>
          <a:xfrm>
            <a:off x="1932513" y="109377"/>
            <a:ext cx="3569335" cy="69003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3400" b="0" i="0">
                <a:solidFill>
                  <a:schemeClr val="dk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43" name="Google Shape;43;p13"/>
          <p:cNvSpPr txBox="1">
            <a:spLocks noGrp="1"/>
          </p:cNvSpPr>
          <p:nvPr>
            <p:ph type="body" idx="1"/>
          </p:nvPr>
        </p:nvSpPr>
        <p:spPr>
          <a:xfrm>
            <a:off x="487680" y="1682496"/>
            <a:ext cx="4242816" cy="4828032"/>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pPr lvl="0"/>
            <a:r>
              <a:rPr lang="en-US"/>
              <a:t>Click to edit Master text styles</a:t>
            </a:r>
          </a:p>
        </p:txBody>
      </p:sp>
      <p:sp>
        <p:nvSpPr>
          <p:cNvPr id="44" name="Google Shape;44;p13"/>
          <p:cNvSpPr txBox="1">
            <a:spLocks noGrp="1"/>
          </p:cNvSpPr>
          <p:nvPr>
            <p:ph type="body" idx="2"/>
          </p:nvPr>
        </p:nvSpPr>
        <p:spPr>
          <a:xfrm>
            <a:off x="5023104" y="1682496"/>
            <a:ext cx="4242816" cy="4828032"/>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pPr lvl="0"/>
            <a:r>
              <a:rPr lang="en-US"/>
              <a:t>Click to edit Master text styles</a:t>
            </a:r>
          </a:p>
        </p:txBody>
      </p:sp>
      <p:sp>
        <p:nvSpPr>
          <p:cNvPr id="45" name="Google Shape;45;p13"/>
          <p:cNvSpPr txBox="1">
            <a:spLocks noGrp="1"/>
          </p:cNvSpPr>
          <p:nvPr>
            <p:ph type="ftr" idx="11"/>
          </p:nvPr>
        </p:nvSpPr>
        <p:spPr>
          <a:xfrm>
            <a:off x="9076876" y="6801811"/>
            <a:ext cx="110490" cy="220979"/>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1250" b="1" i="0">
                <a:solidFill>
                  <a:schemeClr val="dk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13"/>
          <p:cNvSpPr txBox="1">
            <a:spLocks noGrp="1"/>
          </p:cNvSpPr>
          <p:nvPr>
            <p:ph type="dt" idx="10"/>
          </p:nvPr>
        </p:nvSpPr>
        <p:spPr>
          <a:xfrm>
            <a:off x="487680" y="6803136"/>
            <a:ext cx="2243328" cy="36576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13"/>
          <p:cNvSpPr txBox="1">
            <a:spLocks noGrp="1"/>
          </p:cNvSpPr>
          <p:nvPr>
            <p:ph type="sldNum" idx="12"/>
          </p:nvPr>
        </p:nvSpPr>
        <p:spPr>
          <a:xfrm>
            <a:off x="7022592" y="6803136"/>
            <a:ext cx="2243328" cy="36576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8"/>
          <p:cNvSpPr/>
          <p:nvPr/>
        </p:nvSpPr>
        <p:spPr>
          <a:xfrm>
            <a:off x="0" y="0"/>
            <a:ext cx="9752965" cy="894080"/>
          </a:xfrm>
          <a:custGeom>
            <a:avLst/>
            <a:gdLst/>
            <a:ahLst/>
            <a:cxnLst/>
            <a:rect l="l" t="t" r="r" b="b"/>
            <a:pathLst>
              <a:path w="9752965" h="894080" extrusionOk="0">
                <a:moveTo>
                  <a:pt x="9752456" y="893567"/>
                </a:moveTo>
                <a:lnTo>
                  <a:pt x="0" y="893567"/>
                </a:lnTo>
                <a:lnTo>
                  <a:pt x="0" y="0"/>
                </a:lnTo>
                <a:lnTo>
                  <a:pt x="9752456" y="0"/>
                </a:lnTo>
                <a:lnTo>
                  <a:pt x="9752456" y="893567"/>
                </a:lnTo>
                <a:close/>
              </a:path>
            </a:pathLst>
          </a:custGeom>
          <a:solidFill>
            <a:srgbClr val="FF3300"/>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 name="Google Shape;7;p8"/>
          <p:cNvSpPr/>
          <p:nvPr/>
        </p:nvSpPr>
        <p:spPr>
          <a:xfrm>
            <a:off x="0" y="7151615"/>
            <a:ext cx="9753600" cy="163830"/>
          </a:xfrm>
          <a:custGeom>
            <a:avLst/>
            <a:gdLst/>
            <a:ahLst/>
            <a:cxnLst/>
            <a:rect l="l" t="t" r="r" b="b"/>
            <a:pathLst>
              <a:path w="9753600" h="163829" extrusionOk="0">
                <a:moveTo>
                  <a:pt x="9753218" y="163584"/>
                </a:moveTo>
                <a:lnTo>
                  <a:pt x="0" y="163584"/>
                </a:lnTo>
                <a:lnTo>
                  <a:pt x="0" y="0"/>
                </a:lnTo>
                <a:lnTo>
                  <a:pt x="9753218" y="0"/>
                </a:lnTo>
                <a:lnTo>
                  <a:pt x="9753218" y="163584"/>
                </a:lnTo>
                <a:close/>
              </a:path>
            </a:pathLst>
          </a:custGeom>
          <a:solidFill>
            <a:srgbClr val="FF0000"/>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pic>
        <p:nvPicPr>
          <p:cNvPr id="8" name="Google Shape;8;p8"/>
          <p:cNvPicPr preferRelativeResize="0"/>
          <p:nvPr/>
        </p:nvPicPr>
        <p:blipFill rotWithShape="1">
          <a:blip r:embed="rId7">
            <a:alphaModFix/>
          </a:blip>
          <a:srcRect/>
          <a:stretch/>
        </p:blipFill>
        <p:spPr>
          <a:xfrm>
            <a:off x="6989951" y="243840"/>
            <a:ext cx="2190749" cy="676274"/>
          </a:xfrm>
          <a:prstGeom prst="rect">
            <a:avLst/>
          </a:prstGeom>
          <a:noFill/>
          <a:ln>
            <a:noFill/>
          </a:ln>
        </p:spPr>
      </p:pic>
      <p:pic>
        <p:nvPicPr>
          <p:cNvPr id="9" name="Google Shape;9;p8"/>
          <p:cNvPicPr preferRelativeResize="0"/>
          <p:nvPr/>
        </p:nvPicPr>
        <p:blipFill rotWithShape="1">
          <a:blip r:embed="rId8">
            <a:alphaModFix/>
          </a:blip>
          <a:srcRect/>
          <a:stretch/>
        </p:blipFill>
        <p:spPr>
          <a:xfrm>
            <a:off x="6989951" y="243840"/>
            <a:ext cx="2047874" cy="647623"/>
          </a:xfrm>
          <a:prstGeom prst="rect">
            <a:avLst/>
          </a:prstGeom>
          <a:noFill/>
          <a:ln>
            <a:noFill/>
          </a:ln>
        </p:spPr>
      </p:pic>
      <p:pic>
        <p:nvPicPr>
          <p:cNvPr id="10" name="Google Shape;10;p8"/>
          <p:cNvPicPr preferRelativeResize="0"/>
          <p:nvPr/>
        </p:nvPicPr>
        <p:blipFill rotWithShape="1">
          <a:blip r:embed="rId9">
            <a:alphaModFix/>
          </a:blip>
          <a:srcRect/>
          <a:stretch/>
        </p:blipFill>
        <p:spPr>
          <a:xfrm>
            <a:off x="6989951" y="243840"/>
            <a:ext cx="2190749" cy="676274"/>
          </a:xfrm>
          <a:prstGeom prst="rect">
            <a:avLst/>
          </a:prstGeom>
          <a:noFill/>
          <a:ln>
            <a:noFill/>
          </a:ln>
        </p:spPr>
      </p:pic>
      <p:sp>
        <p:nvSpPr>
          <p:cNvPr id="11" name="Google Shape;11;p8"/>
          <p:cNvSpPr/>
          <p:nvPr/>
        </p:nvSpPr>
        <p:spPr>
          <a:xfrm>
            <a:off x="6556416" y="0"/>
            <a:ext cx="3197860" cy="894080"/>
          </a:xfrm>
          <a:custGeom>
            <a:avLst/>
            <a:gdLst/>
            <a:ahLst/>
            <a:cxnLst/>
            <a:rect l="l" t="t" r="r" b="b"/>
            <a:pathLst>
              <a:path w="3197859" h="894080" extrusionOk="0">
                <a:moveTo>
                  <a:pt x="3197297" y="893567"/>
                </a:moveTo>
                <a:lnTo>
                  <a:pt x="0" y="893567"/>
                </a:lnTo>
                <a:lnTo>
                  <a:pt x="0" y="0"/>
                </a:lnTo>
                <a:lnTo>
                  <a:pt x="3197297" y="0"/>
                </a:lnTo>
                <a:lnTo>
                  <a:pt x="3197297" y="893567"/>
                </a:lnTo>
                <a:close/>
              </a:path>
            </a:pathLst>
          </a:custGeom>
          <a:solidFill>
            <a:srgbClr val="FF3300"/>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pic>
        <p:nvPicPr>
          <p:cNvPr id="12" name="Google Shape;12;p8"/>
          <p:cNvPicPr preferRelativeResize="0"/>
          <p:nvPr/>
        </p:nvPicPr>
        <p:blipFill rotWithShape="1">
          <a:blip r:embed="rId9">
            <a:alphaModFix/>
          </a:blip>
          <a:srcRect/>
          <a:stretch/>
        </p:blipFill>
        <p:spPr>
          <a:xfrm>
            <a:off x="6989951" y="243840"/>
            <a:ext cx="2190749" cy="676274"/>
          </a:xfrm>
          <a:prstGeom prst="rect">
            <a:avLst/>
          </a:prstGeom>
          <a:noFill/>
          <a:ln>
            <a:noFill/>
          </a:ln>
        </p:spPr>
      </p:pic>
      <p:sp>
        <p:nvSpPr>
          <p:cNvPr id="13" name="Google Shape;13;p8"/>
          <p:cNvSpPr/>
          <p:nvPr/>
        </p:nvSpPr>
        <p:spPr>
          <a:xfrm>
            <a:off x="6963071" y="203136"/>
            <a:ext cx="2213610" cy="731520"/>
          </a:xfrm>
          <a:custGeom>
            <a:avLst/>
            <a:gdLst/>
            <a:ahLst/>
            <a:cxnLst/>
            <a:rect l="l" t="t" r="r" b="b"/>
            <a:pathLst>
              <a:path w="2213609" h="731519" extrusionOk="0">
                <a:moveTo>
                  <a:pt x="2213399" y="731135"/>
                </a:moveTo>
                <a:lnTo>
                  <a:pt x="0" y="731135"/>
                </a:lnTo>
                <a:lnTo>
                  <a:pt x="0" y="0"/>
                </a:lnTo>
                <a:lnTo>
                  <a:pt x="2213399" y="0"/>
                </a:lnTo>
                <a:lnTo>
                  <a:pt x="2213399" y="731135"/>
                </a:lnTo>
                <a:close/>
              </a:path>
            </a:pathLst>
          </a:custGeom>
          <a:solidFill>
            <a:srgbClr val="FFFFF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pic>
        <p:nvPicPr>
          <p:cNvPr id="14" name="Google Shape;14;p8"/>
          <p:cNvPicPr preferRelativeResize="0"/>
          <p:nvPr/>
        </p:nvPicPr>
        <p:blipFill rotWithShape="1">
          <a:blip r:embed="rId8">
            <a:alphaModFix/>
          </a:blip>
          <a:srcRect/>
          <a:stretch/>
        </p:blipFill>
        <p:spPr>
          <a:xfrm>
            <a:off x="6989951" y="243840"/>
            <a:ext cx="2047874" cy="647623"/>
          </a:xfrm>
          <a:prstGeom prst="rect">
            <a:avLst/>
          </a:prstGeom>
          <a:noFill/>
          <a:ln>
            <a:noFill/>
          </a:ln>
        </p:spPr>
      </p:pic>
      <p:sp>
        <p:nvSpPr>
          <p:cNvPr id="15" name="Google Shape;15;p8"/>
          <p:cNvSpPr txBox="1">
            <a:spLocks noGrp="1"/>
          </p:cNvSpPr>
          <p:nvPr>
            <p:ph type="title"/>
          </p:nvPr>
        </p:nvSpPr>
        <p:spPr>
          <a:xfrm>
            <a:off x="1932513" y="109377"/>
            <a:ext cx="3569335" cy="690030"/>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3400" b="0" i="0" u="none" strike="noStrike" cap="none">
                <a:solidFill>
                  <a:schemeClr val="dk1"/>
                </a:solidFill>
                <a:latin typeface="Times New Roman"/>
                <a:ea typeface="Times New Roman"/>
                <a:cs typeface="Times New Roman"/>
                <a:sym typeface="Times New Roma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6" name="Google Shape;16;p8"/>
          <p:cNvSpPr txBox="1">
            <a:spLocks noGrp="1"/>
          </p:cNvSpPr>
          <p:nvPr>
            <p:ph type="body" idx="1"/>
          </p:nvPr>
        </p:nvSpPr>
        <p:spPr>
          <a:xfrm>
            <a:off x="428995" y="1289312"/>
            <a:ext cx="8952230" cy="4321175"/>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2100" b="0" i="0" u="none" strike="noStrike" cap="none">
                <a:solidFill>
                  <a:schemeClr val="dk1"/>
                </a:solidFill>
                <a:latin typeface="Times New Roman"/>
                <a:ea typeface="Times New Roman"/>
                <a:cs typeface="Times New Roman"/>
                <a:sym typeface="Times New Roman"/>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17" name="Google Shape;17;p8"/>
          <p:cNvSpPr txBox="1">
            <a:spLocks noGrp="1"/>
          </p:cNvSpPr>
          <p:nvPr>
            <p:ph type="ftr" idx="11"/>
          </p:nvPr>
        </p:nvSpPr>
        <p:spPr>
          <a:xfrm>
            <a:off x="9076876" y="6801811"/>
            <a:ext cx="110490" cy="220979"/>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1250" b="1" i="0">
                <a:solidFill>
                  <a:schemeClr val="dk1"/>
                </a:solidFill>
                <a:latin typeface="Trebuchet MS"/>
                <a:ea typeface="Trebuchet MS"/>
                <a:cs typeface="Trebuchet MS"/>
                <a:sym typeface="Trebuchet M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8" name="Google Shape;18;p8"/>
          <p:cNvSpPr txBox="1">
            <a:spLocks noGrp="1"/>
          </p:cNvSpPr>
          <p:nvPr>
            <p:ph type="dt" idx="10"/>
          </p:nvPr>
        </p:nvSpPr>
        <p:spPr>
          <a:xfrm>
            <a:off x="487680" y="6803136"/>
            <a:ext cx="2243328" cy="36576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9" name="Google Shape;19;p8"/>
          <p:cNvSpPr txBox="1">
            <a:spLocks noGrp="1"/>
          </p:cNvSpPr>
          <p:nvPr>
            <p:ph type="sldNum" idx="12"/>
          </p:nvPr>
        </p:nvSpPr>
        <p:spPr>
          <a:xfrm>
            <a:off x="7022592" y="6803136"/>
            <a:ext cx="2243328" cy="365760"/>
          </a:xfrm>
          <a:prstGeom prst="rect">
            <a:avLst/>
          </a:prstGeom>
          <a:noFill/>
          <a:ln>
            <a:noFill/>
          </a:ln>
        </p:spPr>
        <p:txBody>
          <a:bodyPr spcFirstLastPara="1" wrap="square" lIns="0" tIns="0" rIns="0" bIns="0" anchor="t" anchorCtr="0">
            <a:spAutoFit/>
          </a:bodyPr>
          <a:lstStyle>
            <a:lvl1pPr lvl="0" indent="0" algn="r">
              <a:spcBef>
                <a:spcPts val="0"/>
              </a:spcBef>
              <a:buNone/>
              <a:defRPr sz="1800">
                <a:solidFill>
                  <a:srgbClr val="888888"/>
                </a:solidFill>
              </a:defRPr>
            </a:lvl1pPr>
            <a:lvl2pPr lvl="1" indent="0" algn="r">
              <a:spcBef>
                <a:spcPts val="0"/>
              </a:spcBef>
              <a:buNone/>
              <a:defRPr sz="1800">
                <a:solidFill>
                  <a:srgbClr val="888888"/>
                </a:solidFill>
              </a:defRPr>
            </a:lvl2pPr>
            <a:lvl3pPr lvl="2" indent="0" algn="r">
              <a:spcBef>
                <a:spcPts val="0"/>
              </a:spcBef>
              <a:buNone/>
              <a:defRPr sz="1800">
                <a:solidFill>
                  <a:srgbClr val="888888"/>
                </a:solidFill>
              </a:defRPr>
            </a:lvl3pPr>
            <a:lvl4pPr lvl="3" indent="0" algn="r">
              <a:spcBef>
                <a:spcPts val="0"/>
              </a:spcBef>
              <a:buNone/>
              <a:defRPr sz="1800">
                <a:solidFill>
                  <a:srgbClr val="888888"/>
                </a:solidFill>
              </a:defRPr>
            </a:lvl4pPr>
            <a:lvl5pPr lvl="4" indent="0" algn="r">
              <a:spcBef>
                <a:spcPts val="0"/>
              </a:spcBef>
              <a:buNone/>
              <a:defRPr sz="1800">
                <a:solidFill>
                  <a:srgbClr val="888888"/>
                </a:solidFill>
              </a:defRPr>
            </a:lvl5pPr>
            <a:lvl6pPr lvl="5" indent="0" algn="r">
              <a:spcBef>
                <a:spcPts val="0"/>
              </a:spcBef>
              <a:buNone/>
              <a:defRPr sz="1800">
                <a:solidFill>
                  <a:srgbClr val="888888"/>
                </a:solidFill>
              </a:defRPr>
            </a:lvl6pPr>
            <a:lvl7pPr lvl="6" indent="0" algn="r">
              <a:spcBef>
                <a:spcPts val="0"/>
              </a:spcBef>
              <a:buNone/>
              <a:defRPr sz="1800">
                <a:solidFill>
                  <a:srgbClr val="888888"/>
                </a:solidFill>
              </a:defRPr>
            </a:lvl7pPr>
            <a:lvl8pPr lvl="7" indent="0" algn="r">
              <a:spcBef>
                <a:spcPts val="0"/>
              </a:spcBef>
              <a:buNone/>
              <a:defRPr sz="1800">
                <a:solidFill>
                  <a:srgbClr val="888888"/>
                </a:solidFill>
              </a:defRPr>
            </a:lvl8pPr>
            <a:lvl9pPr lvl="8" indent="0" algn="r">
              <a:spcBef>
                <a:spcPts val="0"/>
              </a:spcBef>
              <a:buNone/>
              <a:defRPr sz="1800">
                <a:solidFill>
                  <a:srgbClr val="888888"/>
                </a:solidFil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1"/>
        <p:cNvGrpSpPr/>
        <p:nvPr/>
      </p:nvGrpSpPr>
      <p:grpSpPr>
        <a:xfrm>
          <a:off x="0" y="0"/>
          <a:ext cx="0" cy="0"/>
          <a:chOff x="0" y="0"/>
          <a:chExt cx="0" cy="0"/>
        </a:xfrm>
      </p:grpSpPr>
      <p:sp>
        <p:nvSpPr>
          <p:cNvPr id="52" name="Google Shape;52;p1"/>
          <p:cNvSpPr txBox="1"/>
          <p:nvPr/>
        </p:nvSpPr>
        <p:spPr>
          <a:xfrm>
            <a:off x="267855" y="1152575"/>
            <a:ext cx="9033163" cy="5142931"/>
          </a:xfrm>
          <a:prstGeom prst="rect">
            <a:avLst/>
          </a:prstGeom>
          <a:noFill/>
          <a:ln>
            <a:noFill/>
          </a:ln>
        </p:spPr>
        <p:txBody>
          <a:bodyPr spcFirstLastPara="1" wrap="square" lIns="0" tIns="15225" rIns="0" bIns="0" anchor="t" anchorCtr="0">
            <a:spAutoFit/>
          </a:bodyPr>
          <a:lstStyle/>
          <a:p>
            <a:pPr algn="ctr"/>
            <a:r>
              <a:rPr lang="en-IN" sz="1800" b="1" dirty="0">
                <a:latin typeface="Times New Roman" panose="02020603050405020304" pitchFamily="18" charset="0"/>
                <a:ea typeface="Calibri" panose="020F0502020204030204" pitchFamily="34" charset="0"/>
                <a:cs typeface="Times New Roman" panose="02020603050405020304" pitchFamily="18" charset="0"/>
              </a:rPr>
              <a:t>Project Presentation of Industry Oriented Hands on Experience (22CS422)</a:t>
            </a:r>
            <a:r>
              <a:rPr lang="en-US" sz="1800" b="1" dirty="0">
                <a:latin typeface="Times New Roman"/>
                <a:ea typeface="Times New Roman"/>
                <a:cs typeface="Times New Roman"/>
                <a:sym typeface="Times New Roman"/>
              </a:rPr>
              <a:t>    </a:t>
            </a:r>
          </a:p>
          <a:p>
            <a:pPr algn="ctr"/>
            <a:r>
              <a:rPr lang="en-US" sz="2000" spc="-1" dirty="0">
                <a:latin typeface="Times New Roman" panose="02020603050405020304" pitchFamily="18" charset="0"/>
                <a:ea typeface="Calibri" panose="020F0502020204030204" pitchFamily="34" charset="0"/>
                <a:cs typeface="Times New Roman" panose="02020603050405020304" pitchFamily="18" charset="0"/>
              </a:rPr>
              <a:t>On</a:t>
            </a:r>
            <a:endParaRPr lang="en-US" sz="2100" b="1" dirty="0">
              <a:latin typeface="Times New Roman"/>
              <a:cs typeface="Times New Roman"/>
              <a:sym typeface="Times New Roman"/>
            </a:endParaRPr>
          </a:p>
          <a:p>
            <a:pPr algn="ctr"/>
            <a:r>
              <a:rPr lang="en-US" sz="3200" dirty="0">
                <a:latin typeface="Times New Roman" panose="02020603050405020304" pitchFamily="18" charset="0"/>
                <a:cs typeface="Times New Roman" panose="02020603050405020304" pitchFamily="18" charset="0"/>
              </a:rPr>
              <a:t>Role of Communication Skills in Educational</a:t>
            </a:r>
          </a:p>
          <a:p>
            <a:pPr algn="ctr"/>
            <a:r>
              <a:rPr lang="en-IN" sz="3200" dirty="0">
                <a:latin typeface="Times New Roman" panose="02020603050405020304" pitchFamily="18" charset="0"/>
                <a:cs typeface="Times New Roman" panose="02020603050405020304" pitchFamily="18" charset="0"/>
              </a:rPr>
              <a:t>Counselling and Student Guidance</a:t>
            </a:r>
          </a:p>
          <a:p>
            <a:pPr lvl="0" algn="ctr">
              <a:lnSpc>
                <a:spcPct val="119736"/>
              </a:lnSpc>
            </a:pPr>
            <a:endParaRPr lang="en-IN" sz="3200" dirty="0">
              <a:latin typeface="Times New Roman" panose="02020603050405020304" pitchFamily="18" charset="0"/>
              <a:ea typeface="Times New Roman"/>
              <a:cs typeface="Times New Roman" panose="02020603050405020304" pitchFamily="18" charset="0"/>
            </a:endParaRPr>
          </a:p>
          <a:p>
            <a:pPr lvl="0" algn="ctr">
              <a:lnSpc>
                <a:spcPct val="119736"/>
              </a:lnSpc>
            </a:pPr>
            <a:endParaRPr lang="en-IN" sz="3200" b="1" dirty="0">
              <a:latin typeface="Times New Roman" panose="02020603050405020304" pitchFamily="18" charset="0"/>
              <a:ea typeface="Times New Roman"/>
              <a:cs typeface="Times New Roman" panose="02020603050405020304" pitchFamily="18" charset="0"/>
              <a:sym typeface="Times New Roman"/>
            </a:endParaRPr>
          </a:p>
          <a:p>
            <a:pPr lvl="0" algn="ctr">
              <a:lnSpc>
                <a:spcPct val="119736"/>
              </a:lnSpc>
            </a:pPr>
            <a:endParaRPr lang="en-US" sz="3200" b="1" dirty="0">
              <a:latin typeface="Times New Roman" panose="02020603050405020304" pitchFamily="18" charset="0"/>
              <a:ea typeface="Times New Roman"/>
              <a:cs typeface="Times New Roman" panose="02020603050405020304" pitchFamily="18" charset="0"/>
              <a:sym typeface="Times New Roman"/>
            </a:endParaRPr>
          </a:p>
          <a:p>
            <a:pPr lvl="0" algn="ctr">
              <a:lnSpc>
                <a:spcPct val="119736"/>
              </a:lnSpc>
            </a:pPr>
            <a:endParaRPr lang="en-IN" sz="2100" dirty="0">
              <a:latin typeface="Times New Roman"/>
              <a:ea typeface="Times New Roman"/>
              <a:cs typeface="Times New Roman"/>
              <a:sym typeface="Times New Roman"/>
            </a:endParaRPr>
          </a:p>
          <a:p>
            <a:pPr lvl="0" algn="ctr">
              <a:lnSpc>
                <a:spcPct val="119736"/>
              </a:lnSpc>
            </a:pPr>
            <a:endParaRPr lang="en-IN" sz="2100" dirty="0">
              <a:latin typeface="Times New Roman"/>
              <a:ea typeface="Times New Roman"/>
              <a:cs typeface="Times New Roman"/>
              <a:sym typeface="Times New Roman"/>
            </a:endParaRPr>
          </a:p>
          <a:p>
            <a:pPr marL="2734945" marR="2727325" lvl="0" algn="ctr">
              <a:lnSpc>
                <a:spcPct val="101200"/>
              </a:lnSpc>
              <a:spcBef>
                <a:spcPts val="5"/>
              </a:spcBef>
            </a:pPr>
            <a:r>
              <a:rPr lang="en-US" sz="2000" dirty="0">
                <a:latin typeface="Times New Roman" panose="02020603050405020304" pitchFamily="18" charset="0"/>
                <a:ea typeface="Times New Roman"/>
                <a:cs typeface="Times New Roman" panose="02020603050405020304" pitchFamily="18" charset="0"/>
                <a:sym typeface="Times New Roman"/>
              </a:rPr>
              <a:t>Supervised By </a:t>
            </a:r>
          </a:p>
          <a:p>
            <a:pPr marL="2734945" marR="2727325" lvl="0" algn="ctr">
              <a:lnSpc>
                <a:spcPct val="101200"/>
              </a:lnSpc>
              <a:spcBef>
                <a:spcPts val="5"/>
              </a:spcBef>
            </a:pPr>
            <a:r>
              <a:rPr lang="en-US" sz="2000" dirty="0" err="1">
                <a:latin typeface="Times New Roman" panose="02020603050405020304" pitchFamily="18" charset="0"/>
                <a:cs typeface="Times New Roman" panose="02020603050405020304" pitchFamily="18" charset="0"/>
              </a:rPr>
              <a:t>Dr.Anshu</a:t>
            </a:r>
            <a:r>
              <a:rPr lang="en-US" sz="2000" dirty="0">
                <a:latin typeface="Times New Roman" panose="02020603050405020304" pitchFamily="18" charset="0"/>
                <a:cs typeface="Times New Roman" panose="02020603050405020304" pitchFamily="18" charset="0"/>
              </a:rPr>
              <a:t> Singla</a:t>
            </a:r>
            <a:endParaRPr lang="en-US" sz="2000" dirty="0">
              <a:latin typeface="Times New Roman" panose="02020603050405020304" pitchFamily="18" charset="0"/>
              <a:ea typeface="Times New Roman"/>
              <a:cs typeface="Times New Roman" panose="02020603050405020304" pitchFamily="18" charset="0"/>
              <a:sym typeface="Times New Roman"/>
            </a:endParaRPr>
          </a:p>
          <a:p>
            <a:pPr lvl="0" algn="ctr">
              <a:lnSpc>
                <a:spcPct val="119736"/>
              </a:lnSpc>
            </a:pPr>
            <a:endParaRPr lang="en-IN" sz="2100" dirty="0">
              <a:latin typeface="Times New Roman"/>
              <a:ea typeface="Times New Roman"/>
              <a:cs typeface="Times New Roman"/>
              <a:sym typeface="Times New Roman"/>
            </a:endParaRPr>
          </a:p>
        </p:txBody>
      </p:sp>
      <p:sp>
        <p:nvSpPr>
          <p:cNvPr id="53" name="Google Shape;53;p1"/>
          <p:cNvSpPr txBox="1"/>
          <p:nvPr/>
        </p:nvSpPr>
        <p:spPr>
          <a:xfrm>
            <a:off x="954157" y="5929252"/>
            <a:ext cx="7858539" cy="959473"/>
          </a:xfrm>
          <a:prstGeom prst="rect">
            <a:avLst/>
          </a:prstGeom>
          <a:noFill/>
          <a:ln>
            <a:noFill/>
          </a:ln>
        </p:spPr>
        <p:txBody>
          <a:bodyPr spcFirstLastPara="1" wrap="square" lIns="0" tIns="33000" rIns="0" bIns="0" anchor="t" anchorCtr="0">
            <a:spAutoFit/>
          </a:bodyPr>
          <a:lstStyle/>
          <a:p>
            <a:pPr marL="1631950" marR="5080" lvl="0" indent="-1619885" algn="l" rtl="0">
              <a:lnSpc>
                <a:spcPct val="117647"/>
              </a:lnSpc>
              <a:spcBef>
                <a:spcPts val="0"/>
              </a:spcBef>
              <a:spcAft>
                <a:spcPts val="0"/>
              </a:spcAft>
              <a:buNone/>
            </a:pPr>
            <a:r>
              <a:rPr lang="en-US" sz="2550" dirty="0">
                <a:latin typeface="Times New Roman"/>
                <a:ea typeface="Times New Roman"/>
                <a:cs typeface="Times New Roman"/>
                <a:sym typeface="Times New Roman"/>
              </a:rPr>
              <a:t>      Department of Computer Science and Engineering, Chitkara University, Punjab</a:t>
            </a:r>
            <a:endParaRPr sz="2550" dirty="0">
              <a:latin typeface="Times New Roman"/>
              <a:ea typeface="Times New Roman"/>
              <a:cs typeface="Times New Roman"/>
              <a:sym typeface="Times New Roman"/>
            </a:endParaRPr>
          </a:p>
        </p:txBody>
      </p:sp>
      <p:sp>
        <p:nvSpPr>
          <p:cNvPr id="4" name="TextBox 3"/>
          <p:cNvSpPr txBox="1"/>
          <p:nvPr/>
        </p:nvSpPr>
        <p:spPr>
          <a:xfrm>
            <a:off x="267855" y="3458997"/>
            <a:ext cx="8978660" cy="1015663"/>
          </a:xfrm>
          <a:prstGeom prst="rect">
            <a:avLst/>
          </a:prstGeom>
          <a:noFill/>
        </p:spPr>
        <p:txBody>
          <a:bodyPr wrap="square">
            <a:spAutoFit/>
          </a:bodyPr>
          <a:lstStyle/>
          <a:p>
            <a:pPr algn="ctr">
              <a:defRPr sz="2000"/>
            </a:pPr>
            <a:r>
              <a:rPr dirty="0" err="1">
                <a:latin typeface="Times New Roman" panose="02020603050405020304" pitchFamily="18" charset="0"/>
                <a:cs typeface="Times New Roman" panose="02020603050405020304" pitchFamily="18" charset="0"/>
              </a:rPr>
              <a:t>Ishika</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Bedi</a:t>
            </a:r>
            <a:r>
              <a:rPr lang="en-IN" dirty="0">
                <a:latin typeface="Times New Roman" panose="02020603050405020304" pitchFamily="18" charset="0"/>
                <a:cs typeface="Times New Roman" panose="02020603050405020304" pitchFamily="18" charset="0"/>
              </a:rPr>
              <a:t> (2210990422)                                      </a:t>
            </a:r>
            <a:r>
              <a:rPr dirty="0">
                <a:latin typeface="Times New Roman" panose="02020603050405020304" pitchFamily="18" charset="0"/>
                <a:cs typeface="Times New Roman" panose="02020603050405020304" pitchFamily="18" charset="0"/>
              </a:rPr>
              <a:t>Shubham</a:t>
            </a:r>
            <a:r>
              <a:rPr lang="en-IN" dirty="0">
                <a:latin typeface="Times New Roman" panose="02020603050405020304" pitchFamily="18" charset="0"/>
                <a:cs typeface="Times New Roman" panose="02020603050405020304" pitchFamily="18" charset="0"/>
              </a:rPr>
              <a:t>(2210992372)</a:t>
            </a:r>
          </a:p>
          <a:p>
            <a:pPr algn="ctr">
              <a:defRPr sz="2000"/>
            </a:pPr>
            <a:endParaRPr lang="en-IN" dirty="0">
              <a:latin typeface="Times New Roman" panose="02020603050405020304" pitchFamily="18" charset="0"/>
              <a:cs typeface="Times New Roman" panose="02020603050405020304" pitchFamily="18" charset="0"/>
            </a:endParaRPr>
          </a:p>
          <a:p>
            <a:pPr algn="ctr">
              <a:defRPr sz="2000"/>
            </a:pPr>
            <a:r>
              <a:rPr dirty="0">
                <a:latin typeface="Times New Roman" panose="02020603050405020304" pitchFamily="18" charset="0"/>
                <a:cs typeface="Times New Roman" panose="02020603050405020304" pitchFamily="18" charset="0"/>
              </a:rPr>
              <a:t>Bhawna</a:t>
            </a:r>
            <a:r>
              <a:rPr lang="en-IN" dirty="0">
                <a:latin typeface="Times New Roman" panose="02020603050405020304" pitchFamily="18" charset="0"/>
                <a:cs typeface="Times New Roman" panose="02020603050405020304" pitchFamily="18" charset="0"/>
              </a:rPr>
              <a:t>(2210994775)</a:t>
            </a:r>
            <a:r>
              <a:rPr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Mimansa</a:t>
            </a:r>
            <a:r>
              <a:rPr lang="en-IN" dirty="0">
                <a:latin typeface="Times New Roman" panose="02020603050405020304" pitchFamily="18" charset="0"/>
                <a:cs typeface="Times New Roman" panose="02020603050405020304" pitchFamily="18" charset="0"/>
              </a:rPr>
              <a:t>(2210991925)</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p2"/>
          <p:cNvSpPr txBox="1">
            <a:spLocks noGrp="1"/>
          </p:cNvSpPr>
          <p:nvPr>
            <p:ph type="title"/>
          </p:nvPr>
        </p:nvSpPr>
        <p:spPr>
          <a:xfrm>
            <a:off x="-387625" y="109377"/>
            <a:ext cx="5889474" cy="537306"/>
          </a:xfrm>
          <a:prstGeom prst="rect">
            <a:avLst/>
          </a:prstGeom>
          <a:noFill/>
          <a:ln>
            <a:noFill/>
          </a:ln>
        </p:spPr>
        <p:txBody>
          <a:bodyPr spcFirstLastPara="1" wrap="square" lIns="0" tIns="13950" rIns="0" bIns="0" anchor="t" anchorCtr="0">
            <a:spAutoFit/>
          </a:bodyPr>
          <a:lstStyle/>
          <a:p>
            <a:pPr marL="601980" lvl="0" indent="0" algn="l" rtl="0">
              <a:lnSpc>
                <a:spcPct val="100000"/>
              </a:lnSpc>
              <a:spcBef>
                <a:spcPts val="0"/>
              </a:spcBef>
              <a:spcAft>
                <a:spcPts val="0"/>
              </a:spcAft>
              <a:buNone/>
            </a:pPr>
            <a:r>
              <a:rPr lang="en-US"/>
              <a:t>Introduction</a:t>
            </a:r>
            <a:endParaRPr/>
          </a:p>
        </p:txBody>
      </p:sp>
      <p:sp>
        <p:nvSpPr>
          <p:cNvPr id="59" name="Google Shape;59;p2"/>
          <p:cNvSpPr txBox="1">
            <a:spLocks noGrp="1"/>
          </p:cNvSpPr>
          <p:nvPr>
            <p:ph type="ftr" idx="11"/>
          </p:nvPr>
        </p:nvSpPr>
        <p:spPr>
          <a:xfrm>
            <a:off x="9076876" y="6801811"/>
            <a:ext cx="110490" cy="220979"/>
          </a:xfrm>
          <a:prstGeom prst="rect">
            <a:avLst/>
          </a:prstGeom>
          <a:noFill/>
          <a:ln>
            <a:noFill/>
          </a:ln>
        </p:spPr>
        <p:txBody>
          <a:bodyPr spcFirstLastPara="1" wrap="square" lIns="0" tIns="8250" rIns="0" bIns="0" anchor="t" anchorCtr="0">
            <a:spAutoFit/>
          </a:bodyPr>
          <a:lstStyle/>
          <a:p>
            <a:pPr marL="12700" lvl="0" indent="0" algn="l" rtl="0">
              <a:lnSpc>
                <a:spcPct val="100000"/>
              </a:lnSpc>
              <a:spcBef>
                <a:spcPts val="0"/>
              </a:spcBef>
              <a:spcAft>
                <a:spcPts val="0"/>
              </a:spcAft>
              <a:buNone/>
            </a:pPr>
            <a:r>
              <a:rPr lang="en-US"/>
              <a:t>2</a:t>
            </a:r>
            <a:endParaRPr/>
          </a:p>
        </p:txBody>
      </p:sp>
      <p:sp>
        <p:nvSpPr>
          <p:cNvPr id="11" name="Rectangle 7">
            <a:extLst>
              <a:ext uri="{FF2B5EF4-FFF2-40B4-BE49-F238E27FC236}">
                <a16:creationId xmlns:a16="http://schemas.microsoft.com/office/drawing/2014/main" id="{03D5B017-1421-168E-5B5C-D927757D99DE}"/>
              </a:ext>
            </a:extLst>
          </p:cNvPr>
          <p:cNvSpPr>
            <a:spLocks noChangeArrowheads="1"/>
          </p:cNvSpPr>
          <p:nvPr/>
        </p:nvSpPr>
        <p:spPr bwMode="auto">
          <a:xfrm>
            <a:off x="231354" y="223852"/>
            <a:ext cx="9232135" cy="58485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Char char="•"/>
              <a:tabLst/>
            </a:pPr>
            <a:endParaRPr lang="en-US" altLang="en-US" sz="1800" dirty="0">
              <a:solidFill>
                <a:schemeClr val="tx1"/>
              </a:solidFill>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education sector has rapidly expanded with the rise of  EdTech platforms and diverse academic programs.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Students often face confusion while choosing suitable courses and career    paths.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Effective communication is a key element in successful counseling.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Educational counseling helps students make informed academic and career     decisions.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Skills like clarity, active listening, empathy, and feedback play a crucial role in guiding students.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A678E9-AC64-C38C-6C8E-E3FC4CAFCCC1}"/>
              </a:ext>
            </a:extLst>
          </p:cNvPr>
          <p:cNvSpPr>
            <a:spLocks noGrp="1"/>
          </p:cNvSpPr>
          <p:nvPr>
            <p:ph type="title"/>
          </p:nvPr>
        </p:nvSpPr>
        <p:spPr>
          <a:xfrm>
            <a:off x="129209" y="109377"/>
            <a:ext cx="5372640" cy="523220"/>
          </a:xfrm>
        </p:spPr>
        <p:txBody>
          <a:bodyPr/>
          <a:lstStyle/>
          <a:p>
            <a:r>
              <a:rPr lang="en-US"/>
              <a:t>Objective</a:t>
            </a:r>
          </a:p>
        </p:txBody>
      </p:sp>
      <p:sp>
        <p:nvSpPr>
          <p:cNvPr id="3" name="Rectangle 1">
            <a:extLst>
              <a:ext uri="{FF2B5EF4-FFF2-40B4-BE49-F238E27FC236}">
                <a16:creationId xmlns:a16="http://schemas.microsoft.com/office/drawing/2014/main" id="{EB3CAB3E-6D9C-CE40-D62E-8F69241475A9}"/>
              </a:ext>
            </a:extLst>
          </p:cNvPr>
          <p:cNvSpPr>
            <a:spLocks noChangeArrowheads="1"/>
          </p:cNvSpPr>
          <p:nvPr/>
        </p:nvSpPr>
        <p:spPr bwMode="auto">
          <a:xfrm rot="10800000" flipV="1">
            <a:off x="278295" y="2071089"/>
            <a:ext cx="7414592"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a:solidFill>
                <a:schemeClr val="tx1"/>
              </a:solidFill>
              <a:latin typeface="Arial" panose="020B0604020202020204" pitchFamily="34" charset="0"/>
            </a:endParaRPr>
          </a:p>
        </p:txBody>
      </p:sp>
      <p:sp>
        <p:nvSpPr>
          <p:cNvPr id="6" name="Rectangle 2"/>
          <p:cNvSpPr>
            <a:spLocks noChangeArrowheads="1"/>
          </p:cNvSpPr>
          <p:nvPr/>
        </p:nvSpPr>
        <p:spPr bwMode="auto">
          <a:xfrm>
            <a:off x="510248" y="1360974"/>
            <a:ext cx="7922591" cy="48628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Examine the role of communication skills in educational counseling</a:t>
            </a:r>
          </a:p>
          <a:p>
            <a:pPr marL="342900" indent="-342900">
              <a:buFont typeface="Wingdings" panose="05000000000000000000" pitchFamily="2" charset="2"/>
              <a:buChar char="Ø"/>
            </a:pP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Analyze how effective communication influences:  </a:t>
            </a:r>
          </a:p>
          <a:p>
            <a:pPr marL="342900" lvl="4" indent="-342900"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Student trust </a:t>
            </a:r>
          </a:p>
          <a:p>
            <a:pPr marL="342900" lvl="3" indent="-342900"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Engagement </a:t>
            </a:r>
          </a:p>
          <a:p>
            <a:pPr marL="342900" lvl="3" indent="-342900"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Satisfaction </a:t>
            </a:r>
          </a:p>
          <a:p>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Understand the impact of communication on students’ decision-making </a:t>
            </a:r>
          </a:p>
          <a:p>
            <a:pPr marL="342900" indent="-342900">
              <a:buFont typeface="Wingdings" panose="05000000000000000000" pitchFamily="2" charset="2"/>
              <a:buChar char="Ø"/>
            </a:pP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Explore how students choose academic programs and career paths </a:t>
            </a:r>
          </a:p>
          <a:p>
            <a:pPr marL="342900" lvl="0" indent="-342900" eaLnBrk="0" fontAlgn="base" hangingPunct="0">
              <a:spcBef>
                <a:spcPct val="0"/>
              </a:spcBef>
              <a:spcAft>
                <a:spcPct val="0"/>
              </a:spcAft>
              <a:buClrTx/>
              <a:buFont typeface="Wingdings" panose="05000000000000000000" pitchFamily="2" charset="2"/>
              <a:buChar char="Ø"/>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894641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3"/>
          <p:cNvSpPr txBox="1">
            <a:spLocks noGrp="1"/>
          </p:cNvSpPr>
          <p:nvPr>
            <p:ph type="title"/>
          </p:nvPr>
        </p:nvSpPr>
        <p:spPr>
          <a:xfrm>
            <a:off x="69573" y="-10601"/>
            <a:ext cx="5361155" cy="682662"/>
          </a:xfrm>
          <a:prstGeom prst="rect">
            <a:avLst/>
          </a:prstGeom>
          <a:noFill/>
          <a:ln>
            <a:noFill/>
          </a:ln>
        </p:spPr>
        <p:txBody>
          <a:bodyPr spcFirstLastPara="1" wrap="square" lIns="0" tIns="157900" rIns="0" bIns="0" anchor="t" anchorCtr="0">
            <a:spAutoFit/>
          </a:bodyPr>
          <a:lstStyle/>
          <a:p>
            <a:pPr marL="12700" lvl="0" indent="0" algn="l" rtl="0">
              <a:lnSpc>
                <a:spcPct val="100000"/>
              </a:lnSpc>
              <a:spcBef>
                <a:spcPts val="0"/>
              </a:spcBef>
              <a:spcAft>
                <a:spcPts val="0"/>
              </a:spcAft>
              <a:buNone/>
            </a:pPr>
            <a:r>
              <a:rPr lang="en-US"/>
              <a:t>Problem Statement</a:t>
            </a:r>
            <a:endParaRPr/>
          </a:p>
        </p:txBody>
      </p:sp>
      <p:sp>
        <p:nvSpPr>
          <p:cNvPr id="66" name="Google Shape;66;p3"/>
          <p:cNvSpPr txBox="1">
            <a:spLocks noGrp="1"/>
          </p:cNvSpPr>
          <p:nvPr>
            <p:ph type="ftr" idx="11"/>
          </p:nvPr>
        </p:nvSpPr>
        <p:spPr>
          <a:xfrm>
            <a:off x="9076876" y="6801811"/>
            <a:ext cx="110490" cy="220979"/>
          </a:xfrm>
          <a:prstGeom prst="rect">
            <a:avLst/>
          </a:prstGeom>
          <a:noFill/>
          <a:ln>
            <a:noFill/>
          </a:ln>
        </p:spPr>
        <p:txBody>
          <a:bodyPr spcFirstLastPara="1" wrap="square" lIns="0" tIns="8250" rIns="0" bIns="0" anchor="t" anchorCtr="0">
            <a:spAutoFit/>
          </a:bodyPr>
          <a:lstStyle/>
          <a:p>
            <a:pPr marL="12700" lvl="0" indent="0" algn="l" rtl="0">
              <a:lnSpc>
                <a:spcPct val="100000"/>
              </a:lnSpc>
              <a:spcBef>
                <a:spcPts val="0"/>
              </a:spcBef>
              <a:spcAft>
                <a:spcPts val="0"/>
              </a:spcAft>
              <a:buNone/>
            </a:pPr>
            <a:r>
              <a:rPr lang="en-US"/>
              <a:t>2</a:t>
            </a:r>
            <a:endParaRPr/>
          </a:p>
        </p:txBody>
      </p:sp>
      <p:sp>
        <p:nvSpPr>
          <p:cNvPr id="2" name="Rectangle 1"/>
          <p:cNvSpPr>
            <a:spLocks noChangeArrowheads="1"/>
          </p:cNvSpPr>
          <p:nvPr/>
        </p:nvSpPr>
        <p:spPr bwMode="auto">
          <a:xfrm>
            <a:off x="445368" y="923279"/>
            <a:ext cx="8500328" cy="6124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Students often struggle to express: </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Concerns </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Goals </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Expectations during counseling sessions </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Ineffective communication by counselors leads to: </a:t>
            </a:r>
          </a:p>
          <a:p>
            <a:pPr marL="342900" lvl="2" indent="-342900" eaLnBrk="0" fontAlgn="base" hangingPunct="0">
              <a:spcBef>
                <a:spcPct val="0"/>
              </a:spcBef>
              <a:spcAft>
                <a:spcPct val="0"/>
              </a:spcAft>
              <a:buClrTx/>
              <a:buFont typeface="Wingdings" panose="05000000000000000000" pitchFamily="2" charset="2"/>
              <a:buChar char="Ø"/>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Misunderstandings </a:t>
            </a:r>
          </a:p>
          <a:p>
            <a:pPr marL="342900" lvl="2" indent="-342900" eaLnBrk="0" fontAlgn="base" hangingPunct="0">
              <a:spcBef>
                <a:spcPct val="0"/>
              </a:spcBef>
              <a:spcAft>
                <a:spcPct val="0"/>
              </a:spcAft>
              <a:buClrTx/>
              <a:buFont typeface="Wingdings" panose="05000000000000000000" pitchFamily="2" charset="2"/>
              <a:buChar char="Ø"/>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Lack of trust </a:t>
            </a:r>
          </a:p>
          <a:p>
            <a:pPr marL="342900" lvl="2" indent="-342900" eaLnBrk="0" fontAlgn="base" hangingPunct="0">
              <a:spcBef>
                <a:spcPct val="0"/>
              </a:spcBef>
              <a:spcAft>
                <a:spcPct val="0"/>
              </a:spcAft>
              <a:buClrTx/>
              <a:buFont typeface="Wingdings" panose="05000000000000000000" pitchFamily="2" charset="2"/>
              <a:buChar char="Ø"/>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Poor decision-making </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Communication gap results in: </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Students choosing unsuitable academic paths </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lang="en-US" altLang="en-US" sz="2200" dirty="0">
              <a:solidFill>
                <a:schemeClr val="tx1"/>
              </a:solidFill>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Need to improve communication skills for: </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Better guidance </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Improved outcomes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4"/>
          <p:cNvSpPr txBox="1">
            <a:spLocks noGrp="1"/>
          </p:cNvSpPr>
          <p:nvPr>
            <p:ph type="title"/>
          </p:nvPr>
        </p:nvSpPr>
        <p:spPr>
          <a:xfrm>
            <a:off x="-834887" y="109377"/>
            <a:ext cx="6336735" cy="690030"/>
          </a:xfrm>
          <a:prstGeom prst="rect">
            <a:avLst/>
          </a:prstGeom>
          <a:noFill/>
          <a:ln>
            <a:noFill/>
          </a:ln>
        </p:spPr>
        <p:txBody>
          <a:bodyPr spcFirstLastPara="1" wrap="square" lIns="0" tIns="157900" rIns="0" bIns="0" anchor="t" anchorCtr="0">
            <a:spAutoFit/>
          </a:bodyPr>
          <a:lstStyle/>
          <a:p>
            <a:pPr marL="996314" lvl="0" indent="0" algn="l" rtl="0">
              <a:lnSpc>
                <a:spcPct val="100000"/>
              </a:lnSpc>
              <a:spcBef>
                <a:spcPts val="0"/>
              </a:spcBef>
              <a:spcAft>
                <a:spcPts val="0"/>
              </a:spcAft>
              <a:buNone/>
            </a:pPr>
            <a:r>
              <a:rPr lang="en-US" dirty="0"/>
              <a:t>Methodology</a:t>
            </a:r>
            <a:endParaRPr dirty="0"/>
          </a:p>
        </p:txBody>
      </p:sp>
      <p:sp>
        <p:nvSpPr>
          <p:cNvPr id="73" name="Google Shape;73;p4"/>
          <p:cNvSpPr txBox="1"/>
          <p:nvPr/>
        </p:nvSpPr>
        <p:spPr>
          <a:xfrm>
            <a:off x="232155" y="1353176"/>
            <a:ext cx="8766900" cy="502761"/>
          </a:xfrm>
          <a:prstGeom prst="rect">
            <a:avLst/>
          </a:prstGeom>
          <a:noFill/>
          <a:ln>
            <a:noFill/>
          </a:ln>
        </p:spPr>
        <p:txBody>
          <a:bodyPr spcFirstLastPara="1" wrap="square" lIns="0" tIns="11425" rIns="0" bIns="0" anchor="t" anchorCtr="0">
            <a:spAutoFit/>
          </a:bodyPr>
          <a:lstStyle/>
          <a:p>
            <a:pPr marL="95250" marR="8890" lvl="0" algn="just" rtl="0">
              <a:lnSpc>
                <a:spcPct val="151800"/>
              </a:lnSpc>
              <a:spcBef>
                <a:spcPts val="0"/>
              </a:spcBef>
              <a:spcAft>
                <a:spcPts val="0"/>
              </a:spcAft>
              <a:buSzPts val="2100"/>
            </a:pPr>
            <a:endParaRPr lang="en-US" sz="2100">
              <a:latin typeface="Times New Roman"/>
              <a:ea typeface="Times New Roman"/>
              <a:cs typeface="Times New Roman"/>
              <a:sym typeface="Times New Roman"/>
            </a:endParaRPr>
          </a:p>
        </p:txBody>
      </p:sp>
      <p:sp>
        <p:nvSpPr>
          <p:cNvPr id="74" name="Google Shape;74;p4"/>
          <p:cNvSpPr txBox="1">
            <a:spLocks noGrp="1"/>
          </p:cNvSpPr>
          <p:nvPr>
            <p:ph type="ftr" idx="11"/>
          </p:nvPr>
        </p:nvSpPr>
        <p:spPr>
          <a:xfrm>
            <a:off x="9076876" y="6801811"/>
            <a:ext cx="110490" cy="220979"/>
          </a:xfrm>
          <a:prstGeom prst="rect">
            <a:avLst/>
          </a:prstGeom>
          <a:noFill/>
          <a:ln>
            <a:noFill/>
          </a:ln>
        </p:spPr>
        <p:txBody>
          <a:bodyPr spcFirstLastPara="1" wrap="square" lIns="0" tIns="8250" rIns="0" bIns="0" anchor="t" anchorCtr="0">
            <a:spAutoFit/>
          </a:bodyPr>
          <a:lstStyle/>
          <a:p>
            <a:pPr marL="12700" lvl="0" indent="0" algn="l" rtl="0">
              <a:lnSpc>
                <a:spcPct val="100000"/>
              </a:lnSpc>
              <a:spcBef>
                <a:spcPts val="0"/>
              </a:spcBef>
              <a:spcAft>
                <a:spcPts val="0"/>
              </a:spcAft>
              <a:buNone/>
            </a:pPr>
            <a:r>
              <a:rPr lang="en-US"/>
              <a:t>2</a:t>
            </a:r>
            <a:endParaRPr/>
          </a:p>
        </p:txBody>
      </p:sp>
      <p:sp>
        <p:nvSpPr>
          <p:cNvPr id="11" name="TextBox 10">
            <a:extLst>
              <a:ext uri="{FF2B5EF4-FFF2-40B4-BE49-F238E27FC236}">
                <a16:creationId xmlns:a16="http://schemas.microsoft.com/office/drawing/2014/main" id="{1D24BEFD-D9F7-342D-79FF-EFF9F785CCA7}"/>
              </a:ext>
            </a:extLst>
          </p:cNvPr>
          <p:cNvSpPr txBox="1"/>
          <p:nvPr/>
        </p:nvSpPr>
        <p:spPr>
          <a:xfrm>
            <a:off x="754545" y="1604556"/>
            <a:ext cx="8029532" cy="46166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lang="en-IN" sz="2400">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6BE03F6E-540F-1071-8C0A-6EC1B0E3EE5A}"/>
              </a:ext>
            </a:extLst>
          </p:cNvPr>
          <p:cNvSpPr>
            <a:spLocks noChangeArrowheads="1"/>
          </p:cNvSpPr>
          <p:nvPr/>
        </p:nvSpPr>
        <p:spPr bwMode="auto">
          <a:xfrm>
            <a:off x="455607" y="1290704"/>
            <a:ext cx="8129383"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buClrTx/>
            </a:pPr>
            <a:r>
              <a:rPr lang="en-US" sz="2200" dirty="0">
                <a:latin typeface="Times New Roman" panose="02020603050405020304" pitchFamily="18" charset="0"/>
                <a:cs typeface="Times New Roman" panose="02020603050405020304" pitchFamily="18" charset="0"/>
              </a:rPr>
              <a:t>This study is based on both primary and secondary data. </a:t>
            </a:r>
          </a:p>
          <a:p>
            <a:pPr lvl="0" eaLnBrk="0" fontAlgn="base" hangingPunct="0">
              <a:spcBef>
                <a:spcPct val="0"/>
              </a:spcBef>
              <a:spcAft>
                <a:spcPct val="0"/>
              </a:spcAft>
              <a:buClrTx/>
            </a:pPr>
            <a:endParaRPr lang="en-US" sz="2200" dirty="0">
              <a:latin typeface="Times New Roman" panose="02020603050405020304" pitchFamily="18" charset="0"/>
              <a:cs typeface="Times New Roman" panose="02020603050405020304" pitchFamily="18" charset="0"/>
            </a:endParaRPr>
          </a:p>
          <a:p>
            <a:pPr marL="285750" lvl="0" indent="-285750" eaLnBrk="0" fontAlgn="base" hangingPunct="0">
              <a:spcBef>
                <a:spcPct val="0"/>
              </a:spcBef>
              <a:spcAft>
                <a:spcPct val="0"/>
              </a:spcAft>
              <a:buClrTx/>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Primary data was collected through structured questionnaires distributed to students and educational counselors. </a:t>
            </a:r>
          </a:p>
          <a:p>
            <a:pPr marL="285750" lvl="0" indent="-285750" eaLnBrk="0" fontAlgn="base" hangingPunct="0">
              <a:spcBef>
                <a:spcPct val="0"/>
              </a:spcBef>
              <a:spcAft>
                <a:spcPct val="0"/>
              </a:spcAft>
              <a:buClrTx/>
              <a:buFont typeface="Wingdings" panose="05000000000000000000" pitchFamily="2" charset="2"/>
              <a:buChar char="q"/>
            </a:pPr>
            <a:endParaRPr lang="en-US" sz="2200" dirty="0">
              <a:latin typeface="Times New Roman" panose="02020603050405020304" pitchFamily="18" charset="0"/>
              <a:cs typeface="Times New Roman" panose="02020603050405020304" pitchFamily="18" charset="0"/>
            </a:endParaRPr>
          </a:p>
          <a:p>
            <a:pPr marL="285750" lvl="0" indent="-285750" eaLnBrk="0" fontAlgn="base" hangingPunct="0">
              <a:spcBef>
                <a:spcPct val="0"/>
              </a:spcBef>
              <a:spcAft>
                <a:spcPct val="0"/>
              </a:spcAft>
              <a:buClrTx/>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Secondary data was gathered from research papers, journals.</a:t>
            </a:r>
          </a:p>
          <a:p>
            <a:pPr lvl="0" eaLnBrk="0" fontAlgn="base" hangingPunct="0">
              <a:spcBef>
                <a:spcPct val="0"/>
              </a:spcBef>
              <a:spcAft>
                <a:spcPct val="0"/>
              </a:spcAft>
              <a:buClrTx/>
            </a:pPr>
            <a:endParaRPr lang="en-US" sz="2200" dirty="0">
              <a:latin typeface="Times New Roman" panose="02020603050405020304" pitchFamily="18" charset="0"/>
              <a:cs typeface="Times New Roman" panose="02020603050405020304" pitchFamily="18" charset="0"/>
            </a:endParaRPr>
          </a:p>
          <a:p>
            <a:pPr marL="285750" lvl="0" indent="-285750" eaLnBrk="0" fontAlgn="base" hangingPunct="0">
              <a:spcBef>
                <a:spcPct val="0"/>
              </a:spcBef>
              <a:spcAft>
                <a:spcPct val="0"/>
              </a:spcAft>
              <a:buClrTx/>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A descriptive research approach was used to analyze the relationship between communication skills and the effectiveness of educational counseling.</a:t>
            </a: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4"/>
          <p:cNvSpPr txBox="1">
            <a:spLocks noGrp="1"/>
          </p:cNvSpPr>
          <p:nvPr>
            <p:ph type="title"/>
          </p:nvPr>
        </p:nvSpPr>
        <p:spPr>
          <a:xfrm>
            <a:off x="-834887" y="109377"/>
            <a:ext cx="6336735" cy="690030"/>
          </a:xfrm>
          <a:prstGeom prst="rect">
            <a:avLst/>
          </a:prstGeom>
          <a:noFill/>
          <a:ln>
            <a:noFill/>
          </a:ln>
        </p:spPr>
        <p:txBody>
          <a:bodyPr spcFirstLastPara="1" wrap="square" lIns="0" tIns="157900" rIns="0" bIns="0" anchor="t" anchorCtr="0">
            <a:spAutoFit/>
          </a:bodyPr>
          <a:lstStyle/>
          <a:p>
            <a:pPr marL="996314" lvl="0"/>
            <a:r>
              <a:rPr lang="en-IN" dirty="0"/>
              <a:t>Student Satisfaction Levels</a:t>
            </a:r>
            <a:endParaRPr dirty="0"/>
          </a:p>
        </p:txBody>
      </p:sp>
      <p:sp>
        <p:nvSpPr>
          <p:cNvPr id="73" name="Google Shape;73;p4"/>
          <p:cNvSpPr txBox="1"/>
          <p:nvPr/>
        </p:nvSpPr>
        <p:spPr>
          <a:xfrm>
            <a:off x="232155" y="1353176"/>
            <a:ext cx="8766900" cy="502761"/>
          </a:xfrm>
          <a:prstGeom prst="rect">
            <a:avLst/>
          </a:prstGeom>
          <a:noFill/>
          <a:ln>
            <a:noFill/>
          </a:ln>
        </p:spPr>
        <p:txBody>
          <a:bodyPr spcFirstLastPara="1" wrap="square" lIns="0" tIns="11425" rIns="0" bIns="0" anchor="t" anchorCtr="0">
            <a:spAutoFit/>
          </a:bodyPr>
          <a:lstStyle/>
          <a:p>
            <a:pPr marL="95250" marR="8890" lvl="0" algn="just" rtl="0">
              <a:lnSpc>
                <a:spcPct val="151800"/>
              </a:lnSpc>
              <a:spcBef>
                <a:spcPts val="0"/>
              </a:spcBef>
              <a:spcAft>
                <a:spcPts val="0"/>
              </a:spcAft>
              <a:buSzPts val="2100"/>
            </a:pPr>
            <a:endParaRPr lang="en-US" sz="2100">
              <a:latin typeface="Times New Roman"/>
              <a:ea typeface="Times New Roman"/>
              <a:cs typeface="Times New Roman"/>
              <a:sym typeface="Times New Roman"/>
            </a:endParaRPr>
          </a:p>
        </p:txBody>
      </p:sp>
      <p:sp>
        <p:nvSpPr>
          <p:cNvPr id="11" name="TextBox 10">
            <a:extLst>
              <a:ext uri="{FF2B5EF4-FFF2-40B4-BE49-F238E27FC236}">
                <a16:creationId xmlns:a16="http://schemas.microsoft.com/office/drawing/2014/main" id="{1D24BEFD-D9F7-342D-79FF-EFF9F785CCA7}"/>
              </a:ext>
            </a:extLst>
          </p:cNvPr>
          <p:cNvSpPr txBox="1"/>
          <p:nvPr/>
        </p:nvSpPr>
        <p:spPr>
          <a:xfrm>
            <a:off x="754545" y="1604556"/>
            <a:ext cx="8029532" cy="46166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lang="en-IN" sz="240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8FC22A32-746F-6209-49BE-10059E4774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7625" y="1465244"/>
            <a:ext cx="8591430" cy="4947594"/>
          </a:xfrm>
          <a:prstGeom prst="rect">
            <a:avLst/>
          </a:prstGeom>
        </p:spPr>
      </p:pic>
    </p:spTree>
    <p:extLst>
      <p:ext uri="{BB962C8B-B14F-4D97-AF65-F5344CB8AC3E}">
        <p14:creationId xmlns:p14="http://schemas.microsoft.com/office/powerpoint/2010/main" val="36035861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g319ac019662_0_1"/>
          <p:cNvSpPr txBox="1">
            <a:spLocks noGrp="1"/>
          </p:cNvSpPr>
          <p:nvPr>
            <p:ph type="title"/>
          </p:nvPr>
        </p:nvSpPr>
        <p:spPr>
          <a:xfrm>
            <a:off x="99392" y="181802"/>
            <a:ext cx="6156996" cy="5232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US" dirty="0"/>
              <a:t>Results &amp; Discussion</a:t>
            </a:r>
            <a:endParaRPr dirty="0"/>
          </a:p>
        </p:txBody>
      </p:sp>
      <p:sp>
        <p:nvSpPr>
          <p:cNvPr id="80" name="Google Shape;80;g319ac019662_0_1"/>
          <p:cNvSpPr txBox="1">
            <a:spLocks noGrp="1"/>
          </p:cNvSpPr>
          <p:nvPr>
            <p:ph type="body" idx="1"/>
          </p:nvPr>
        </p:nvSpPr>
        <p:spPr>
          <a:xfrm flipH="1">
            <a:off x="9605818" y="7269481"/>
            <a:ext cx="1098332" cy="45719"/>
          </a:xfrm>
          <a:prstGeom prst="rect">
            <a:avLst/>
          </a:prstGeom>
        </p:spPr>
        <p:txBody>
          <a:bodyPr spcFirstLastPara="1" wrap="square" lIns="0" tIns="0" rIns="0" bIns="0" anchor="t" anchorCtr="0">
            <a:spAutoFit/>
          </a:bodyPr>
          <a:lstStyle/>
          <a:p>
            <a:pPr marL="0" lvl="0" indent="0" algn="l" rtl="0">
              <a:spcBef>
                <a:spcPts val="1200"/>
              </a:spcBef>
              <a:spcAft>
                <a:spcPts val="0"/>
              </a:spcAft>
              <a:buNone/>
            </a:pPr>
            <a:endParaRPr sz="1100" b="1">
              <a:latin typeface="Arial"/>
              <a:ea typeface="Arial"/>
              <a:cs typeface="Arial"/>
              <a:sym typeface="Arial"/>
            </a:endParaRPr>
          </a:p>
        </p:txBody>
      </p:sp>
      <p:sp>
        <p:nvSpPr>
          <p:cNvPr id="2" name="Rectangle 1">
            <a:extLst>
              <a:ext uri="{FF2B5EF4-FFF2-40B4-BE49-F238E27FC236}">
                <a16:creationId xmlns:a16="http://schemas.microsoft.com/office/drawing/2014/main" id="{E3B17D2D-F8F0-7326-6978-66E845AFD153}"/>
              </a:ext>
            </a:extLst>
          </p:cNvPr>
          <p:cNvSpPr>
            <a:spLocks noChangeArrowheads="1"/>
          </p:cNvSpPr>
          <p:nvPr/>
        </p:nvSpPr>
        <p:spPr bwMode="auto">
          <a:xfrm>
            <a:off x="483576" y="1664933"/>
            <a:ext cx="8968896" cy="3754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lgn="just" eaLnBrk="0" fontAlgn="base" hangingPunct="0">
              <a:spcBef>
                <a:spcPct val="0"/>
              </a:spcBef>
              <a:spcAft>
                <a:spcPct val="0"/>
              </a:spcAft>
              <a:buClrTx/>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findings of the study indicate that effective communication significantly improves the counseling process. </a:t>
            </a:r>
          </a:p>
          <a:p>
            <a:pPr marL="285750" indent="-285750" algn="just" eaLnBrk="0" fontAlgn="base" hangingPunct="0">
              <a:spcBef>
                <a:spcPct val="0"/>
              </a:spcBef>
              <a:spcAft>
                <a:spcPct val="0"/>
              </a:spcAft>
              <a:buClrTx/>
              <a:buFont typeface="Arial" panose="020B0604020202020204" pitchFamily="34" charset="0"/>
              <a:buChar char="•"/>
            </a:pPr>
            <a:endParaRPr lang="en-US" sz="2200" dirty="0">
              <a:latin typeface="Times New Roman" panose="02020603050405020304" pitchFamily="18" charset="0"/>
              <a:cs typeface="Times New Roman" panose="02020603050405020304" pitchFamily="18" charset="0"/>
            </a:endParaRPr>
          </a:p>
          <a:p>
            <a:pPr marL="285750" indent="-285750" algn="just" eaLnBrk="0" fontAlgn="base" hangingPunct="0">
              <a:spcBef>
                <a:spcPct val="0"/>
              </a:spcBef>
              <a:spcAft>
                <a:spcPct val="0"/>
              </a:spcAft>
              <a:buClrTx/>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Counselors who demonstrate active listening, empathy, and clarity are able to build trust with students. This trust encourages students to openly share their concerns and aspirations, leading to better decision-making. </a:t>
            </a:r>
          </a:p>
          <a:p>
            <a:pPr marL="285750" indent="-285750" algn="just" eaLnBrk="0" fontAlgn="base" hangingPunct="0">
              <a:spcBef>
                <a:spcPct val="0"/>
              </a:spcBef>
              <a:spcAft>
                <a:spcPct val="0"/>
              </a:spcAft>
              <a:buClrTx/>
              <a:buFont typeface="Arial" panose="020B0604020202020204" pitchFamily="34" charset="0"/>
              <a:buChar char="•"/>
            </a:pPr>
            <a:endParaRPr lang="en-US" sz="2200" dirty="0">
              <a:latin typeface="Times New Roman" panose="02020603050405020304" pitchFamily="18" charset="0"/>
              <a:cs typeface="Times New Roman" panose="02020603050405020304" pitchFamily="18" charset="0"/>
            </a:endParaRPr>
          </a:p>
          <a:p>
            <a:pPr marL="285750" indent="-285750" algn="just" eaLnBrk="0" fontAlgn="base" hangingPunct="0">
              <a:spcBef>
                <a:spcPct val="0"/>
              </a:spcBef>
              <a:spcAft>
                <a:spcPct val="0"/>
              </a:spcAft>
              <a:buClrTx/>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Moreover, strong communication skills increase student satisfaction and confidence, ultimately enhancing the overall effectiveness of counseling services.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482F8F-47D9-0DC1-143F-DD694A2F8183}"/>
              </a:ext>
            </a:extLst>
          </p:cNvPr>
          <p:cNvSpPr>
            <a:spLocks noGrp="1"/>
          </p:cNvSpPr>
          <p:nvPr>
            <p:ph type="title"/>
          </p:nvPr>
        </p:nvSpPr>
        <p:spPr>
          <a:xfrm>
            <a:off x="417443" y="109377"/>
            <a:ext cx="5084405" cy="523220"/>
          </a:xfrm>
        </p:spPr>
        <p:txBody>
          <a:bodyPr/>
          <a:lstStyle/>
          <a:p>
            <a:r>
              <a:rPr lang="en-US" dirty="0"/>
              <a:t>Conclusion</a:t>
            </a:r>
          </a:p>
        </p:txBody>
      </p:sp>
      <p:sp>
        <p:nvSpPr>
          <p:cNvPr id="3" name="Rectangle 1">
            <a:extLst>
              <a:ext uri="{FF2B5EF4-FFF2-40B4-BE49-F238E27FC236}">
                <a16:creationId xmlns:a16="http://schemas.microsoft.com/office/drawing/2014/main" id="{410DA243-7008-0E0C-E628-A93F6714ACDF}"/>
              </a:ext>
            </a:extLst>
          </p:cNvPr>
          <p:cNvSpPr>
            <a:spLocks noChangeArrowheads="1"/>
          </p:cNvSpPr>
          <p:nvPr/>
        </p:nvSpPr>
        <p:spPr bwMode="auto">
          <a:xfrm>
            <a:off x="674783" y="1593201"/>
            <a:ext cx="8303964"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algn="just" eaLnBrk="0" fontAlgn="base" hangingPunct="0">
              <a:spcBef>
                <a:spcPct val="0"/>
              </a:spcBef>
              <a:spcAft>
                <a:spcPct val="0"/>
              </a:spcAft>
              <a:buClrTx/>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In conclusion, communication skills are a fundamental component of successful educational counseling. </a:t>
            </a:r>
          </a:p>
          <a:p>
            <a:pPr marL="285750" lvl="0" indent="-285750" algn="just" eaLnBrk="0" fontAlgn="base" hangingPunct="0">
              <a:spcBef>
                <a:spcPct val="0"/>
              </a:spcBef>
              <a:spcAft>
                <a:spcPct val="0"/>
              </a:spcAft>
              <a:buClrTx/>
              <a:buFont typeface="Arial" panose="020B0604020202020204" pitchFamily="34" charset="0"/>
              <a:buChar char="•"/>
            </a:pPr>
            <a:endParaRPr lang="en-US" sz="2200" dirty="0">
              <a:latin typeface="Times New Roman" panose="02020603050405020304" pitchFamily="18" charset="0"/>
              <a:cs typeface="Times New Roman" panose="02020603050405020304" pitchFamily="18" charset="0"/>
            </a:endParaRPr>
          </a:p>
          <a:p>
            <a:pPr marL="285750" lvl="0" indent="-285750" algn="just" eaLnBrk="0" fontAlgn="base" hangingPunct="0">
              <a:spcBef>
                <a:spcPct val="0"/>
              </a:spcBef>
              <a:spcAft>
                <a:spcPct val="0"/>
              </a:spcAft>
              <a:buClrTx/>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They help in building trust, improving understanding, and guiding students toward the right academic and career choices. Institutions should focus on training counselors in communication techniques to ensure better student engagement and outcomes. </a:t>
            </a:r>
          </a:p>
          <a:p>
            <a:pPr lvl="0" algn="just" eaLnBrk="0" fontAlgn="base" hangingPunct="0">
              <a:spcBef>
                <a:spcPct val="0"/>
              </a:spcBef>
              <a:spcAft>
                <a:spcPct val="0"/>
              </a:spcAft>
              <a:buClrTx/>
            </a:pPr>
            <a:endParaRPr lang="en-US" sz="2200" dirty="0">
              <a:latin typeface="Times New Roman" panose="02020603050405020304" pitchFamily="18" charset="0"/>
              <a:cs typeface="Times New Roman" panose="02020603050405020304" pitchFamily="18" charset="0"/>
            </a:endParaRPr>
          </a:p>
          <a:p>
            <a:pPr marL="285750" lvl="0" indent="-285750" algn="just" eaLnBrk="0" fontAlgn="base" hangingPunct="0">
              <a:spcBef>
                <a:spcPct val="0"/>
              </a:spcBef>
              <a:spcAft>
                <a:spcPct val="0"/>
              </a:spcAft>
              <a:buClrTx/>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Strengthening communication in counseling will not only benefit students but also improve the quality of educational services.</a:t>
            </a: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038580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7"/>
          <p:cNvSpPr txBox="1">
            <a:spLocks noGrp="1"/>
          </p:cNvSpPr>
          <p:nvPr>
            <p:ph type="title"/>
          </p:nvPr>
        </p:nvSpPr>
        <p:spPr>
          <a:xfrm>
            <a:off x="3137882" y="2901732"/>
            <a:ext cx="3644900" cy="3553517"/>
          </a:xfrm>
          <a:prstGeom prst="rect">
            <a:avLst/>
          </a:prstGeom>
          <a:noFill/>
          <a:ln>
            <a:noFill/>
          </a:ln>
        </p:spPr>
        <p:txBody>
          <a:bodyPr spcFirstLastPara="1" wrap="square" lIns="0" tIns="13950" rIns="0" bIns="0" anchor="t" anchorCtr="0">
            <a:spAutoFit/>
          </a:bodyPr>
          <a:lstStyle/>
          <a:p>
            <a:pPr marL="12700" lvl="0" indent="0" algn="l" rtl="0">
              <a:lnSpc>
                <a:spcPct val="100000"/>
              </a:lnSpc>
              <a:spcBef>
                <a:spcPts val="0"/>
              </a:spcBef>
              <a:spcAft>
                <a:spcPts val="0"/>
              </a:spcAft>
              <a:buNone/>
            </a:pPr>
            <a:r>
              <a:rPr lang="en-US" sz="5750"/>
              <a:t>Thank You</a:t>
            </a:r>
            <a:br>
              <a:rPr lang="en-US" sz="5750"/>
            </a:br>
            <a:br>
              <a:rPr lang="en-US" sz="5750"/>
            </a:br>
            <a:br>
              <a:rPr lang="en-US" sz="5750"/>
            </a:br>
            <a:endParaRPr sz="5750"/>
          </a:p>
        </p:txBody>
      </p:sp>
      <p:sp>
        <p:nvSpPr>
          <p:cNvPr id="106" name="Google Shape;106;p7"/>
          <p:cNvSpPr txBox="1"/>
          <p:nvPr/>
        </p:nvSpPr>
        <p:spPr>
          <a:xfrm>
            <a:off x="9074494" y="6801811"/>
            <a:ext cx="112395" cy="220979"/>
          </a:xfrm>
          <a:prstGeom prst="rect">
            <a:avLst/>
          </a:prstGeom>
          <a:noFill/>
          <a:ln>
            <a:noFill/>
          </a:ln>
        </p:spPr>
        <p:txBody>
          <a:bodyPr spcFirstLastPara="1" wrap="square" lIns="0" tIns="8250" rIns="0" bIns="0" anchor="t" anchorCtr="0">
            <a:spAutoFit/>
          </a:bodyPr>
          <a:lstStyle/>
          <a:p>
            <a:pPr marL="12700" lvl="0" indent="0" algn="l" rtl="0">
              <a:lnSpc>
                <a:spcPct val="100000"/>
              </a:lnSpc>
              <a:spcBef>
                <a:spcPts val="0"/>
              </a:spcBef>
              <a:spcAft>
                <a:spcPts val="0"/>
              </a:spcAft>
              <a:buNone/>
            </a:pPr>
            <a:r>
              <a:rPr lang="en-US" sz="1250" b="1">
                <a:latin typeface="Trebuchet MS"/>
                <a:ea typeface="Trebuchet MS"/>
                <a:cs typeface="Trebuchet MS"/>
                <a:sym typeface="Trebuchet MS"/>
              </a:rPr>
              <a:t>3</a:t>
            </a:r>
            <a:endParaRPr sz="1250">
              <a:latin typeface="Trebuchet MS"/>
              <a:ea typeface="Trebuchet MS"/>
              <a:cs typeface="Trebuchet MS"/>
              <a:sym typeface="Trebuchet MS"/>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yritsolution</Template>
  <TotalTime>97</TotalTime>
  <Words>428</Words>
  <Application>Microsoft Office PowerPoint</Application>
  <PresentationFormat>Custom</PresentationFormat>
  <Paragraphs>85</Paragraphs>
  <Slides>9</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Times New Roman</vt:lpstr>
      <vt:lpstr>Trebuchet MS</vt:lpstr>
      <vt:lpstr>Wingdings</vt:lpstr>
      <vt:lpstr>Office Theme</vt:lpstr>
      <vt:lpstr>PowerPoint Presentation</vt:lpstr>
      <vt:lpstr>Introduction</vt:lpstr>
      <vt:lpstr>Objective</vt:lpstr>
      <vt:lpstr>Problem Statement</vt:lpstr>
      <vt:lpstr>Methodology</vt:lpstr>
      <vt:lpstr>Student Satisfaction Levels</vt:lpstr>
      <vt:lpstr>Results &amp; Discussion</vt:lpstr>
      <vt:lpstr>Conclusion</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nakul JAIN</dc:creator>
  <cp:lastModifiedBy>Ishika Bedi</cp:lastModifiedBy>
  <cp:revision>12</cp:revision>
  <dcterms:created xsi:type="dcterms:W3CDTF">2026-03-24T19:17:42Z</dcterms:created>
  <dcterms:modified xsi:type="dcterms:W3CDTF">2026-05-03T09:26:08Z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2024-08-03T00:00:00Z</vt:filetime>
  </property>
  <property fmtid="{D5CDD505-2E9C-101B-9397-08002B2CF9AE}" pid="3" name="Creator">
    <vt:lpwstr>Canva</vt:lpwstr>
  </property>
  <property fmtid="{D5CDD505-2E9C-101B-9397-08002B2CF9AE}" pid="4" name="LastSaved">
    <vt:filetime>2024-10-02T00:00:00Z</vt:filetime>
  </property>
  <property fmtid="{D5CDD505-2E9C-101B-9397-08002B2CF9AE}" pid="5" name="Producer">
    <vt:lpwstr>Canva</vt:lpwstr>
  </property>
</Properties>
</file>